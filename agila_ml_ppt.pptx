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B935EE-9A99-0C1C-BF06-A6F0676A41E9}" v="88" dt="2026-04-26T06:47:36.267"/>
    <p1510:client id="{427D6EF1-9921-4FA6-ABD7-54A80AB19DBD}" v="36" dt="2026-04-26T06:01:09.630"/>
    <p1510:client id="{CCCF6539-69C2-977E-F78D-A3D9BABEEA58}" v="1" dt="2026-04-26T06:33:22.06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91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EF56DB-6447-4E9A-8D0B-327B958AB26D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476D98-D61B-4655-9F07-885518B2E1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179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2F0ED-5252-4C0D-3BA2-BA6ECDF907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F6E366-4DE2-8E81-1DC3-0AEE197AF6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C19ECA-A45F-0986-41DE-E73470F3D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8A127-BB09-41A4-B1CB-CF09F8E9604A}" type="datetime1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6DC80E-2DDD-1136-4BC6-B4406DBF7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C6432E-64B5-4716-F794-CD0C848FE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4283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75F44-3844-F881-3DC9-E55F3A5BB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B5DD6E-70DC-EC37-F363-8CA0371D48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884CC4-4338-D905-6FCE-6141610CE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9C543-C1A5-4BB5-A80B-9531F5C51CEB}" type="datetime1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46F4CB-E19E-BF21-CA04-20FBF9E0B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C561CA-A7D9-921E-283C-D2D26EC9D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3828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F0DB8-4328-6842-4C20-194E16496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C16DD-B055-C373-DB9C-1095E3A7F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308B3A-5B20-B104-4DC9-F294FE85D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B2ABE-BEC8-4A12-8AF2-3E9347C9F9C5}" type="datetime1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2F6EF1-C2BF-E0B8-5AD2-1E80894A9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3C3E5B-79C1-F551-EB78-424972E41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975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FA2CF-D4B2-C0EA-7D8B-9997981DF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8EC816-FAB0-61B5-B8A9-3CEEDE3AC6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888030-9606-40F3-F568-569861E67B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26BC2E-18CA-513E-BBD3-A4A6A4682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7CA91-FD83-4EFE-93EA-63992C03614F}" type="datetime1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10C424-8EE7-DCF3-92CA-9943CA217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B02771-6578-A3F3-2DE5-957F26935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5012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A56EB-15F3-DA5A-FC5F-C8A9854DF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4F55B3-769C-0F68-56E4-09A31651F0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9390E3-482E-14E5-E93E-3EFDFCA02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5F7FD4-A0A2-100E-247B-0439DA6A8E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B19785-7F9E-F7E7-9989-FBA2A2436A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9BF4CB-4B11-6795-84C1-91B139428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6C43A-13E2-48A2-BAE5-CC73887FC199}" type="datetime1">
              <a:rPr lang="en-US" smtClean="0"/>
              <a:t>4/27/2026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2FCB82-5972-D333-E21C-DF24F6BCF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12211A-324E-9069-32B0-8F509730A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0882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0A965-A2B0-80BB-C6BA-CCCFA272A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0A2016-FBBB-4A1F-6F9E-FE6A63DE4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2C5D3-416C-4131-8BC9-E71DA97D5A64}" type="datetime1">
              <a:rPr lang="en-US" smtClean="0"/>
              <a:t>4/27/2026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E845DF-F961-5466-32C3-C6385060C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E057F6-928A-6D9F-4161-C04DEAA83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9743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B366D7-6680-4FD6-C029-DC5C0BB23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71593-8386-48B7-BB85-87C0949B2086}" type="datetime1">
              <a:rPr lang="en-US" smtClean="0"/>
              <a:t>4/27/2026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179984-8567-91CB-0310-29A3752B7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2C7A0D-606C-3BF9-8DBE-908D80966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3762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684C1-8596-31A1-180D-C7EC5332B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3762C2-B7CC-ADA3-9D39-3541B3FE5A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35A5F9-7E68-401F-C3BB-09FB74F82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5F73E6-ECB8-2943-41D8-05812D848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0F398-88D3-4D2F-9F7E-785BF8AD0274}" type="datetime1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6B5AF7-95CA-05D2-1119-F667C7B6F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599C23-C916-AE53-9371-42CF3819D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9913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9AC56-39A4-2278-722C-617F9F770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FAD1B2-1942-74FB-C400-0DB0C13B90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DA8F38-E9BE-47E4-7662-3CD4AECCB2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28AE0B-2CCA-EDA3-1B80-8F2E1DF84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A94C1-07AC-4775-8A4F-70BB05306BF7}" type="datetime1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DB1342-9AFD-57F0-2E90-76ECCEAFA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E180B8-E20A-6138-1A1C-1E980CAD4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494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050B6-05B4-E3FE-22C0-B823946C3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34B519-CE0F-EF5E-0363-067F1B0DB1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E2CA70-5E41-1433-D1D4-58B7EECA7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BF149-3A71-4B38-9BDE-7A4D7C7AB1AD}" type="datetime1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27E013-1DD3-69EC-2DB2-F95CD3491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12FAA7-8459-22BB-DD92-45D2DCDBB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19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665F096-56EB-9C2E-FB81-FEE0A0CAD9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2D9855-6F39-E67A-6BE9-0AC527E972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C113E1-9951-703E-A152-D5CEEC0EE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15CF1-83E4-4056-B983-BD617F30DAFA}" type="datetime1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463D87-637E-E53B-45EF-5E53B2925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677AB-ED08-1C04-AEC4-B8B3B85BC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424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4DB59C-E06D-9064-D0E9-EE878347C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3B2644-B987-EA40-64D1-C253A45B0A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BC9483-BDE6-AF2E-5EF6-5FD8C63DA8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FA37CB-3111-4E43-978B-840B0C3E984E}" type="datetime1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345DA1-9E37-8BE4-5FD8-3086239736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C78D0E-8A6B-A368-9312-1F3C29DDBA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5271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gila1010-creator/student-performance-prediction-ml-project/blob/main/agila_ML_mini_project_report.docx" TargetMode="External"/><Relationship Id="rId2" Type="http://schemas.openxmlformats.org/officeDocument/2006/relationships/hyperlink" Target="https://github.com/agila1010-creator/student-performance-prediction-ml-project/blob/main/edupredict_-student-performance-analyzer.zip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agila1010-creator/student-performance-prediction-ml-project/blob/main/agila_ml_ppt.pptx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pandas.pydata.org/docs/" TargetMode="External"/><Relationship Id="rId7" Type="http://schemas.openxmlformats.org/officeDocument/2006/relationships/hyperlink" Target="https://www.kaggle.com/" TargetMode="External"/><Relationship Id="rId2" Type="http://schemas.openxmlformats.org/officeDocument/2006/relationships/hyperlink" Target="https://docs.python.org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seaborn.pydata.org/" TargetMode="External"/><Relationship Id="rId5" Type="http://schemas.openxmlformats.org/officeDocument/2006/relationships/hyperlink" Target="https://matplotlib.org/" TargetMode="External"/><Relationship Id="rId4" Type="http://schemas.openxmlformats.org/officeDocument/2006/relationships/hyperlink" Target="https://numpy.org/doc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7F15FA6-086D-491A-B175-0CA4656FBDCB}"/>
              </a:ext>
            </a:extLst>
          </p:cNvPr>
          <p:cNvPicPr/>
          <p:nvPr/>
        </p:nvPicPr>
        <p:blipFill>
          <a:blip r:embed="rId2" cstate="print"/>
          <a:srcRect l="21229" t="27213" r="21523" b="35253"/>
          <a:stretch>
            <a:fillRect/>
          </a:stretch>
        </p:blipFill>
        <p:spPr bwMode="auto">
          <a:xfrm>
            <a:off x="3256548" y="136525"/>
            <a:ext cx="4776536" cy="834189"/>
          </a:xfrm>
          <a:prstGeom prst="rect">
            <a:avLst/>
          </a:prstGeom>
          <a:ln>
            <a:headEnd/>
            <a:tailEnd type="none" w="med" len="med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5BEE647A-5606-A6E5-93DB-A43A8FC2D8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3138" y="1251284"/>
            <a:ext cx="10812378" cy="2458586"/>
          </a:xfrm>
        </p:spPr>
        <p:txBody>
          <a:bodyPr>
            <a:noAutofit/>
          </a:bodyPr>
          <a:lstStyle/>
          <a:p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</a:t>
            </a:r>
            <a:b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AND DATA SCIENCE</a:t>
            </a:r>
            <a:b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ACADEMIC YEAR 2025 - 2026</a:t>
            </a:r>
            <a:b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SEMESTER III</a:t>
            </a:r>
            <a:b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LABORATORY</a:t>
            </a:r>
            <a:b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GB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 PROJECT REVIEW</a:t>
            </a:r>
            <a:r>
              <a:rPr lang="en-GB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b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 PERFORMANCE PREDICTION USING LINEAR REGRESSION</a:t>
            </a:r>
            <a:endParaRPr 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B39E0012-B3AF-E718-6BBA-5D37629E40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4916489"/>
              </p:ext>
            </p:extLst>
          </p:nvPr>
        </p:nvGraphicFramePr>
        <p:xfrm>
          <a:off x="1854679" y="3845961"/>
          <a:ext cx="8636858" cy="245858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460647">
                  <a:extLst>
                    <a:ext uri="{9D8B030D-6E8A-4147-A177-3AD203B41FA5}">
                      <a16:colId xmlns:a16="http://schemas.microsoft.com/office/drawing/2014/main" val="1924387309"/>
                    </a:ext>
                  </a:extLst>
                </a:gridCol>
                <a:gridCol w="6176211">
                  <a:extLst>
                    <a:ext uri="{9D8B030D-6E8A-4147-A177-3AD203B41FA5}">
                      <a16:colId xmlns:a16="http://schemas.microsoft.com/office/drawing/2014/main" val="471423325"/>
                    </a:ext>
                  </a:extLst>
                </a:gridCol>
              </a:tblGrid>
              <a:tr h="486314">
                <a:tc>
                  <a:txBody>
                    <a:bodyPr/>
                    <a:lstStyle/>
                    <a:p>
                      <a:pPr algn="l"/>
                      <a:r>
                        <a:rPr lang="en-GB" b="1" i="0" dirty="0">
                          <a:solidFill>
                            <a:schemeClr val="tx1"/>
                          </a:solidFill>
                        </a:rPr>
                        <a:t>REGISTER NUMBER</a:t>
                      </a:r>
                      <a:endParaRPr lang="en-US" b="1" i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i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2117240070009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1703413"/>
                  </a:ext>
                </a:extLst>
              </a:tr>
              <a:tr h="493068">
                <a:tc>
                  <a:txBody>
                    <a:bodyPr/>
                    <a:lstStyle/>
                    <a:p>
                      <a:r>
                        <a:rPr lang="en-GB" b="1" i="0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en-US" b="1" i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i="0" dirty="0"/>
                        <a:t>AGILA 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7366592"/>
                  </a:ext>
                </a:extLst>
              </a:tr>
              <a:tr h="493068">
                <a:tc>
                  <a:txBody>
                    <a:bodyPr/>
                    <a:lstStyle/>
                    <a:p>
                      <a:r>
                        <a:rPr lang="en-GB" b="1" i="0" dirty="0">
                          <a:solidFill>
                            <a:schemeClr val="tx1"/>
                          </a:solidFill>
                        </a:rPr>
                        <a:t>YEAR</a:t>
                      </a:r>
                      <a:endParaRPr lang="en-US" b="1" i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i="0" dirty="0" err="1"/>
                        <a:t>ll</a:t>
                      </a:r>
                      <a:endParaRPr lang="en-US" b="1" i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6965190"/>
                  </a:ext>
                </a:extLst>
              </a:tr>
              <a:tr h="493068">
                <a:tc>
                  <a:txBody>
                    <a:bodyPr/>
                    <a:lstStyle/>
                    <a:p>
                      <a:r>
                        <a:rPr lang="en-GB" b="1" i="0" dirty="0">
                          <a:solidFill>
                            <a:schemeClr val="tx1"/>
                          </a:solidFill>
                        </a:rPr>
                        <a:t>SECTION</a:t>
                      </a:r>
                      <a:endParaRPr lang="en-US" b="1" i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i="0" dirty="0"/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4068443"/>
                  </a:ext>
                </a:extLst>
              </a:tr>
              <a:tr h="493068">
                <a:tc>
                  <a:txBody>
                    <a:bodyPr/>
                    <a:lstStyle/>
                    <a:p>
                      <a:r>
                        <a:rPr lang="en-GB" b="1" i="0" dirty="0">
                          <a:solidFill>
                            <a:schemeClr val="tx1"/>
                          </a:solidFill>
                        </a:rPr>
                        <a:t>FACULTY IN-CHARGE</a:t>
                      </a:r>
                      <a:endParaRPr lang="en-US" b="1" i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i="0" dirty="0"/>
                        <a:t>Mrs. M. Divya</a:t>
                      </a:r>
                      <a:endParaRPr lang="en-US" b="1" i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6199969"/>
                  </a:ext>
                </a:extLst>
              </a:tr>
            </a:tbl>
          </a:graphicData>
        </a:graphic>
      </p:graphicFrame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6B174A57-15CE-2FFD-86D9-B7E846924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0B098-7844-408D-9BB3-6B083FBEE8AA}" type="datetime1">
              <a:rPr lang="en-US" smtClean="0"/>
              <a:t>4/27/2026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4873981-939E-932D-DBE2-6B02CC92B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7938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E17474-C476-1051-3F37-A2159E2BEE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694" y="862642"/>
            <a:ext cx="11326483" cy="5667554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To develop a machine learning model to predict student academic performance.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To analyze the impact of factors such as study hours, attendance, previous scores, sleep, and participation on student results.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To identify students who are at risk of poor performance at an early stage.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To improve accuracy and efficiency compared to traditional evaluation methods.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To build a simple and cost-effective prediction system using Linear Regression.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To assist educators in making data-driven decisions for improving student outcomes. </a:t>
            </a:r>
          </a:p>
          <a:p>
            <a:endParaRPr lang="en-US" sz="2100" dirty="0">
              <a:ea typeface="Calibri"/>
              <a:cs typeface="Calibri"/>
            </a:endParaRPr>
          </a:p>
          <a:p>
            <a:pPr marL="0" indent="0">
              <a:buNone/>
            </a:pPr>
            <a:endParaRPr lang="en-US" sz="1800" i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FF5BCC-B36E-DFE5-103F-31FA12632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FBEDF-053F-468F-8CCF-D1ACE4FBB50D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253399-F526-B4B1-D444-32B3A164A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2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3E759A-0732-65F8-ABFC-93E81441B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8626" y="8177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PROBLEM STATEMENT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66147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A34F6B-2294-8100-6428-71DD4A23A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76350-5987-57CB-5096-A77DCA200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6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IMPLEMENTATION AND CODE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9904C-7E5E-5862-ACA4-167CDBC504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7326"/>
            <a:ext cx="10515600" cy="4909637"/>
          </a:xfrm>
        </p:spPr>
        <p:txBody>
          <a:bodyPr/>
          <a:lstStyle/>
          <a:p>
            <a:r>
              <a:rPr lang="en-GB" dirty="0"/>
              <a:t>Link to code in Git-hub Repository</a:t>
            </a:r>
          </a:p>
          <a:p>
            <a:endParaRPr lang="en-GB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BC0E82-F7C5-E4B3-8BB9-1583AC631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0D13-07B8-4CF5-901F-BD1025D74351}" type="datetime1">
              <a:rPr lang="en-US" smtClean="0"/>
              <a:t>4/27/2026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775014-201C-1110-C957-46A30A1C2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3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CE64048-76D1-E559-97A6-1E9DA8CC9F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5617034"/>
              </p:ext>
            </p:extLst>
          </p:nvPr>
        </p:nvGraphicFramePr>
        <p:xfrm>
          <a:off x="1854200" y="2205222"/>
          <a:ext cx="8128000" cy="42062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405200433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2519598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List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Git-hub Repository Links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93697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Implementation of Code Link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1">
                              <a:lumMod val="75000"/>
                            </a:schemeClr>
                          </a:solidFill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student-performance-prediction-ml-project/edupredict_-student-performance-analyzer.zip at main · agila1010-creator/student-performance-prediction-ml-project</a:t>
                      </a:r>
                      <a:endParaRPr lang="en-US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62022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Word Document Report Link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linkClick r:id="rId3"/>
                        </a:rPr>
                        <a:t>student-performance-prediction-ml-project/agila_ML_mini_project_report.docx at main · agila1010-creator/student-performance-prediction-ml-project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10500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PPT Link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linkClick r:id="rId4"/>
                        </a:rPr>
                        <a:t>student-performance-prediction-ml-project/agila_ml_ppt.pptx at main · agila1010-creator/student-performance-prediction-ml-project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72417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95863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CC068-5F54-97E8-2F1C-0538F1126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2B1AF-B7ED-6DDA-888D-9BCAF08EA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509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THEORETICAL BACKGROUND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67243E-1300-82BE-9968-6837E801AF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562" y="1009290"/>
            <a:ext cx="11430000" cy="558991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/>
              <a:t>The project is based on Machine Learning, specifically Supervised Learning</a:t>
            </a:r>
          </a:p>
          <a:p>
            <a:r>
              <a:rPr lang="en-US" sz="2400" dirty="0"/>
              <a:t> The model is trained using historical student data with input features and corresponding output values.</a:t>
            </a:r>
            <a:endParaRPr lang="en-US" sz="2400" dirty="0">
              <a:cs typeface="Calibri" panose="020F0502020204030204"/>
            </a:endParaRPr>
          </a:p>
          <a:p>
            <a:r>
              <a:rPr lang="en-US" sz="2400" dirty="0"/>
              <a:t> It is treated as a regression problem, where the output is a continuous value (student performance score).</a:t>
            </a:r>
          </a:p>
          <a:p>
            <a:r>
              <a:rPr lang="en-US" sz="2400" dirty="0"/>
              <a:t>Linear Regression is used as the main algorithm for prediction.</a:t>
            </a:r>
          </a:p>
          <a:p>
            <a:r>
              <a:rPr lang="en-US" sz="1600" dirty="0"/>
              <a:t> </a:t>
            </a:r>
            <a:r>
              <a:rPr lang="en-US" sz="2400" dirty="0"/>
              <a:t>It assumes a linear relationship between input variables (study hours, attendance, etc.) and output.</a:t>
            </a:r>
          </a:p>
          <a:p>
            <a:r>
              <a:rPr lang="en-US" sz="2400" dirty="0"/>
              <a:t>The model calculates a weighted sum of input features along with an intercept term</a:t>
            </a:r>
            <a:r>
              <a:rPr lang="en-US" sz="1600" dirty="0"/>
              <a:t>.</a:t>
            </a:r>
          </a:p>
          <a:p>
            <a:r>
              <a:rPr lang="en-US" sz="2400" dirty="0"/>
              <a:t>The trained model can be used to predict student performance for new data inputs.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F593AB-ABA6-D8E8-42D9-A38FB7B4D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FBEDF-053F-468F-8CCF-D1ACE4FBB50D}" type="datetime1">
              <a:rPr lang="en-US" smtClean="0"/>
              <a:t>4/27/2026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AE40CC-B05F-6325-A926-99504CD4A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6923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55069-71B1-83F0-E5F5-B02F8F577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58887-D4AD-6383-79D6-F528D3482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836" y="1186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OUTPUT AND RESULTS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7BACE5-322B-3F55-2CA9-8E1D41170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0D13-07B8-4CF5-901F-BD1025D74351}" type="datetime1">
              <a:rPr lang="en-US" smtClean="0"/>
              <a:t>4/27/2026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D1AF6B-7EFE-60E0-2350-AE083D01A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5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C239E7-62C9-EF66-40F8-E0598F610A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836" y="1033128"/>
            <a:ext cx="3162741" cy="479174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C810825-80A2-7F1F-61C3-565E91FC2B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3212" y="900061"/>
            <a:ext cx="3419952" cy="293410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5B1E40A-4EA2-7222-0EC2-1EDEFE1DF7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1400" y="1114244"/>
            <a:ext cx="4753638" cy="247684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D9762A7-26B5-6F4F-7170-51BE437BC7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77622" y="3688978"/>
            <a:ext cx="3477110" cy="2667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52695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63ECA-B59E-8742-1165-9911D2A45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B2EF6-B936-B9EB-24E4-C84A06240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6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OUTPUT AND RESULTS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773938-5370-329C-27AB-D82ECB9D7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0D13-07B8-4CF5-901F-BD1025D74351}" type="datetime1">
              <a:rPr lang="en-US" smtClean="0"/>
              <a:t>4/27/2026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A83B3C-8735-B8FC-8D50-B919B3471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6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44C232-176E-5E12-0851-2980CDC03F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6010" y="1366006"/>
            <a:ext cx="11047790" cy="481095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/>
              <a:t>The model successfully predicts student performance using Linear Regression.</a:t>
            </a:r>
          </a:p>
          <a:p>
            <a:r>
              <a:rPr lang="en-US" sz="2400" dirty="0"/>
              <a:t>It shows good accuracy with low prediction error.</a:t>
            </a:r>
          </a:p>
          <a:p>
            <a:r>
              <a:rPr lang="en-US" sz="2400" dirty="0"/>
              <a:t>Important factors like study hours, attendance, and previous scores were identified.</a:t>
            </a:r>
            <a:endParaRPr lang="en-US" sz="2400" dirty="0">
              <a:cs typeface="Calibri"/>
            </a:endParaRPr>
          </a:p>
          <a:p>
            <a:r>
              <a:rPr lang="en-US" sz="2400" dirty="0"/>
              <a:t>The model provides quick and efficient predictions.</a:t>
            </a:r>
          </a:p>
          <a:p>
            <a:r>
              <a:rPr lang="en-US" sz="2400" dirty="0"/>
              <a:t>The results are reliable for small to medium datasets.</a:t>
            </a:r>
          </a:p>
          <a:p>
            <a:r>
              <a:rPr lang="en-US" sz="2400" dirty="0"/>
              <a:t>It is simple to implement and requires less computational power.</a:t>
            </a:r>
          </a:p>
          <a:p>
            <a:r>
              <a:rPr lang="en-US" sz="2400" dirty="0"/>
              <a:t>It helps in identifying students who need improvement.</a:t>
            </a:r>
          </a:p>
          <a:p>
            <a:r>
              <a:rPr lang="en-US" sz="2400" dirty="0"/>
              <a:t>Compared to complex models, it is easier to understand and use.</a:t>
            </a:r>
          </a:p>
        </p:txBody>
      </p:sp>
    </p:spTree>
    <p:extLst>
      <p:ext uri="{BB962C8B-B14F-4D97-AF65-F5344CB8AC3E}">
        <p14:creationId xmlns:p14="http://schemas.microsoft.com/office/powerpoint/2010/main" val="12633635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EA9EE-5679-A557-E7BF-0A904D097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F6077-2697-7116-5A2C-99B8054B7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6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REFERENCES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AB1971-AF7F-80EE-26ED-EA8A7E8C7C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2546" y="2251495"/>
            <a:ext cx="7806907" cy="2795336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Python Documentation – </a:t>
            </a:r>
            <a:r>
              <a:rPr lang="en-US" sz="2400" dirty="0">
                <a:hlinkClick r:id="rId2"/>
              </a:rPr>
              <a:t>https://docs.python.org/</a:t>
            </a:r>
            <a:r>
              <a:rPr lang="en-US" sz="24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Pandas Documentation – </a:t>
            </a:r>
            <a:r>
              <a:rPr lang="en-US" sz="2400" dirty="0">
                <a:hlinkClick r:id="rId3"/>
              </a:rPr>
              <a:t>https://pandas.pydata.org/docs/</a:t>
            </a:r>
            <a:r>
              <a:rPr lang="en-US" sz="24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NumPy Documentation – </a:t>
            </a:r>
            <a:r>
              <a:rPr lang="en-US" sz="2400" dirty="0">
                <a:hlinkClick r:id="rId4"/>
              </a:rPr>
              <a:t>https://numpy.org/doc/</a:t>
            </a:r>
            <a:r>
              <a:rPr lang="en-US" sz="24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Matplotlib Documentation – </a:t>
            </a:r>
            <a:r>
              <a:rPr lang="en-US" sz="2400" dirty="0">
                <a:hlinkClick r:id="rId5"/>
              </a:rPr>
              <a:t>https://matplotlib.org/</a:t>
            </a:r>
            <a:r>
              <a:rPr lang="en-US" sz="24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Seaborn Documentation – </a:t>
            </a:r>
            <a:r>
              <a:rPr lang="en-US" sz="2400" dirty="0">
                <a:hlinkClick r:id="rId6"/>
              </a:rPr>
              <a:t>https://seaborn.pydata.org/</a:t>
            </a:r>
            <a:r>
              <a:rPr lang="en-US" sz="24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Kaggle Dataset – </a:t>
            </a:r>
            <a:r>
              <a:rPr lang="en-US" sz="2400" dirty="0">
                <a:hlinkClick r:id="rId7"/>
              </a:rPr>
              <a:t>https://www.kaggle.com/</a:t>
            </a:r>
            <a:r>
              <a:rPr lang="en-US" sz="24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8721BC-42E2-4822-3086-5AF81F1A3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0D13-07B8-4CF5-901F-BD1025D74351}" type="datetime1">
              <a:rPr lang="en-US" smtClean="0"/>
              <a:t>4/27/2026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D8BC28-15FA-0C88-32FB-88458DEBB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6071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</TotalTime>
  <Words>492</Words>
  <Application>Microsoft Office PowerPoint</Application>
  <PresentationFormat>Widescreen</PresentationFormat>
  <Paragraphs>67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Office Theme</vt:lpstr>
      <vt:lpstr>DEPARTMENT OF ARTIFICIAL INTELLIGENCE AND DATA SCIENCE ACADEMIC YEAR 2025 - 2026 SEMESTER III ARTIFICIAL INTELLIGENCE LABORATORY  MINI PROJECT REVIEW  STUDENT PERFORMANCE PREDICTION USING LINEAR REGRESSION</vt:lpstr>
      <vt:lpstr>PROBLEM STATEMENT</vt:lpstr>
      <vt:lpstr>IMPLEMENTATION AND CODE</vt:lpstr>
      <vt:lpstr>THEORETICAL BACKGROUND</vt:lpstr>
      <vt:lpstr>OUTPUT AND RESULTS</vt:lpstr>
      <vt:lpstr>OUTPUT AND RESULTS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SANKAR GANESH K</dc:creator>
  <cp:lastModifiedBy>agila agila</cp:lastModifiedBy>
  <cp:revision>54</cp:revision>
  <dcterms:created xsi:type="dcterms:W3CDTF">2025-10-18T08:57:34Z</dcterms:created>
  <dcterms:modified xsi:type="dcterms:W3CDTF">2026-04-27T14:00:13Z</dcterms:modified>
</cp:coreProperties>
</file>